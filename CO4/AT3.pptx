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5757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5757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5757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5757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5757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3813" y="243878"/>
            <a:ext cx="8052434" cy="9584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791" y="2263510"/>
            <a:ext cx="8239759" cy="3769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5217" y="6443112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5757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8897" y="1929461"/>
            <a:ext cx="42919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400" dirty="0"/>
              <a:t>Force-Torque Sensor</a:t>
            </a:r>
            <a:endParaRPr sz="3400" dirty="0"/>
          </a:p>
        </p:txBody>
      </p:sp>
      <p:sp>
        <p:nvSpPr>
          <p:cNvPr id="3" name="object 3"/>
          <p:cNvSpPr txBox="1"/>
          <p:nvPr/>
        </p:nvSpPr>
        <p:spPr>
          <a:xfrm>
            <a:off x="1977488" y="2862149"/>
            <a:ext cx="8027034" cy="101028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569720" marR="5080" indent="-1557655">
              <a:lnSpc>
                <a:spcPts val="3670"/>
              </a:lnSpc>
              <a:spcBef>
                <a:spcPts val="565"/>
              </a:spcBef>
            </a:pPr>
            <a:r>
              <a:rPr sz="3400" b="1" spc="-10" dirty="0">
                <a:latin typeface="Times New Roman"/>
                <a:cs typeface="Times New Roman"/>
              </a:rPr>
              <a:t>MLA0103-</a:t>
            </a:r>
            <a:r>
              <a:rPr sz="3400" b="1" spc="-20" dirty="0">
                <a:latin typeface="Times New Roman"/>
                <a:cs typeface="Times New Roman"/>
              </a:rPr>
              <a:t>ARTIFICIAL</a:t>
            </a:r>
            <a:r>
              <a:rPr sz="3400" b="1" spc="-12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INTELLIGENCE </a:t>
            </a:r>
            <a:r>
              <a:rPr sz="3400" b="1" dirty="0">
                <a:latin typeface="Times New Roman"/>
                <a:cs typeface="Times New Roman"/>
              </a:rPr>
              <a:t>AND</a:t>
            </a:r>
            <a:r>
              <a:rPr sz="3400" b="1" spc="-8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EXPERT</a:t>
            </a:r>
            <a:r>
              <a:rPr sz="3400" b="1" spc="-13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SYSTEMS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303" y="60690"/>
            <a:ext cx="11810356" cy="11621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6940" y="4795719"/>
            <a:ext cx="4275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GUIDED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DR.PRAKASH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MATHIALAGAN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7237" y="4795719"/>
            <a:ext cx="5795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PRESENTED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T BHUPAL(19242523)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0815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INTRODUCTION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887007-7828-3FB0-94D0-BDF06052C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24045"/>
            <a:ext cx="817704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Force-Torque (FT) sensor is a precision measuring device that acts as a "sense of touch" for automated machinery and robotics.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designed to measure mechanical forces (push/pull) and rotational torques (twist) applied to a specific point.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most advanced and common type is a 6-axis FT sensor, which captures data across six degrees of freedom simultaneously.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translating physical contact into digital data, it allows robots to feel resistance and adjust their movements dynamically rather than moving blindly.</a:t>
            </a:r>
          </a:p>
        </p:txBody>
      </p:sp>
      <p:pic>
        <p:nvPicPr>
          <p:cNvPr id="1028" name="Picture 4" descr="Mini45 Force/Torque Sensor - ATI Industrial Automation">
            <a:extLst>
              <a:ext uri="{FF2B5EF4-FFF2-40B4-BE49-F238E27FC236}">
                <a16:creationId xmlns:a16="http://schemas.microsoft.com/office/drawing/2014/main" id="{65AA30FF-AC52-9332-A64E-29E8A85F7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2286000"/>
            <a:ext cx="31242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26970" marR="5080" indent="-1601470">
              <a:lnSpc>
                <a:spcPts val="3460"/>
              </a:lnSpc>
              <a:spcBef>
                <a:spcPts val="530"/>
              </a:spcBef>
            </a:pPr>
            <a:r>
              <a:rPr lang="en-IN" sz="3200" dirty="0"/>
              <a:t>FORCE-TORQUE SENSOR</a:t>
            </a:r>
            <a:r>
              <a:rPr sz="3200" spc="-45" dirty="0"/>
              <a:t> </a:t>
            </a:r>
            <a:r>
              <a:rPr sz="3200" dirty="0"/>
              <a:t>IMAGE</a:t>
            </a:r>
            <a:r>
              <a:rPr sz="3200" spc="-50" dirty="0"/>
              <a:t> &amp; </a:t>
            </a:r>
            <a:r>
              <a:rPr sz="3200" spc="-10" dirty="0"/>
              <a:t>COMPONENTS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E07E46A-87EB-1457-584F-BFF643CAE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37" y="1635206"/>
            <a:ext cx="617066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Outer Shell: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strong metal cover that protects the delicate inside parts from dust and damage.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Mounting Plates (Flanges):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top and bottom flat pieces. One connects to the robot arm, and the other connects to the tool (like a robot hand).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Flexure (Metal Body):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special metal piece inside that is designed to bend just a tiny, invisible amount when pushed.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Strain Gauges: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Tiny electronic stickers glued to the metal body that stretch or squeeze when the metal bends.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 Boards: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tiny computer brain inside that turns the stretching of the stickers into digital numbers for the robot.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50D9E1-D8A9-D172-2224-7A8C29EF2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696361"/>
            <a:ext cx="4648200" cy="46790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HOW</a:t>
            </a:r>
            <a:r>
              <a:rPr sz="4000" spc="-195" dirty="0"/>
              <a:t> </a:t>
            </a:r>
            <a:r>
              <a:rPr sz="4000" dirty="0"/>
              <a:t>THE</a:t>
            </a:r>
            <a:r>
              <a:rPr sz="4000" spc="-60" dirty="0"/>
              <a:t> </a:t>
            </a:r>
            <a:r>
              <a:rPr sz="4000" dirty="0"/>
              <a:t>COMPONENTS</a:t>
            </a:r>
            <a:r>
              <a:rPr sz="4000" spc="-130" dirty="0"/>
              <a:t> </a:t>
            </a:r>
            <a:r>
              <a:rPr sz="4000" spc="-20" dirty="0"/>
              <a:t>WORK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80BED78-D231-0329-AB97-BA7C8E588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5837" y="2696164"/>
            <a:ext cx="1196032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robot's tool touches an object, the push or twist transfers into the sensor.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push makes the special metal body (the flexure) bend a microscopic amount.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the tiny "strain gauge" stickers are glued to the metal, they stretch or squeeze as the metal bends.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these stickers stretch or squeeze, the electricity flowing through them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circuit board reads this changing electricity and immediately tells the robot exactly how much force it is feeling.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6689" y="162304"/>
            <a:ext cx="1514474" cy="1343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350" y="162304"/>
            <a:ext cx="1095374" cy="13430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159" rIns="0" bIns="0" rtlCol="0">
            <a:spAutoFit/>
          </a:bodyPr>
          <a:lstStyle/>
          <a:p>
            <a:pPr marL="159512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APPLICATIONS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20147D4-E35B-9A83-4B9C-23F752364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80" y="2634583"/>
            <a:ext cx="1152663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Putting Parts Together: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Helping robots slide pegs into tight holes or snap small parts together without smashing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Polishing and Sanding: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Letting a robot press a sanding machine against a car door with the exact right amount of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Surgery: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Allowing doctors to "feel" what the robot arms are touching during remote surgeries.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Pressing buttons on a phone or keyboard repeatedly to test exactly how much strength is needed to click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424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MT</vt:lpstr>
      <vt:lpstr>Times New Roman</vt:lpstr>
      <vt:lpstr>Office Theme</vt:lpstr>
      <vt:lpstr>Force-Torque Sensor</vt:lpstr>
      <vt:lpstr>INTRODUCTION</vt:lpstr>
      <vt:lpstr>FORCE-TORQUE SENSOR IMAGE &amp; COMPONENTS</vt:lpstr>
      <vt:lpstr>HOW THE COMPONENTS WORK</vt:lpstr>
      <vt:lpstr>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CO4-AT3-Technical Presentation-AIES.pptx</dc:title>
  <dc:creator>Bhupal Thandlam</dc:creator>
  <cp:lastModifiedBy>Bhupal Thandlam</cp:lastModifiedBy>
  <cp:revision>1</cp:revision>
  <dcterms:created xsi:type="dcterms:W3CDTF">2026-08-27T03:29:15Z</dcterms:created>
  <dcterms:modified xsi:type="dcterms:W3CDTF">2026-08-27T03:39:58Z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2026-08-27T00:00:00Z</vt:filetime>
  </property>
</Properties>
</file>